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5"/>
    <p:sldMasterId id="2147483688" r:id="rId6"/>
    <p:sldMasterId id="2147483690" r:id="rId7"/>
  </p:sldMasterIdLst>
  <p:sldIdLst>
    <p:sldId id="259" r:id="rId8"/>
    <p:sldId id="265" r:id="rId9"/>
    <p:sldId id="264" r:id="rId10"/>
  </p:sldIdLst>
  <p:sldSz cx="6858000" cy="6858000"/>
  <p:notesSz cx="6858000" cy="9144000"/>
  <p:defaultTextStyle>
    <a:defPPr>
      <a:defRPr lang="en-US"/>
    </a:defPPr>
    <a:lvl1pPr marL="0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1pPr>
    <a:lvl2pPr marL="270198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2pPr>
    <a:lvl3pPr marL="540395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3pPr>
    <a:lvl4pPr marL="810593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4pPr>
    <a:lvl5pPr marL="1080791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5pPr>
    <a:lvl6pPr marL="1350988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6pPr>
    <a:lvl7pPr marL="1621186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7pPr>
    <a:lvl8pPr marL="1891383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8pPr>
    <a:lvl9pPr marL="2161581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2D29"/>
    <a:srgbClr val="F0CC71"/>
    <a:srgbClr val="F1EFED"/>
    <a:srgbClr val="F5F4F2"/>
    <a:srgbClr val="FBF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ACAE09-3E84-504B-9D80-8C4C31BFBAB7}" v="6" dt="2025-12-01T13:31:18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6250"/>
  </p:normalViewPr>
  <p:slideViewPr>
    <p:cSldViewPr snapToGrid="0">
      <p:cViewPr varScale="1">
        <p:scale>
          <a:sx n="116" d="100"/>
          <a:sy n="116" d="100"/>
        </p:scale>
        <p:origin x="2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6/11/relationships/changesInfo" Target="changesInfos/changesInfo1.xml"/><Relationship Id="rId10" Type="http://schemas.openxmlformats.org/officeDocument/2006/relationships/slide" Target="slides/slide3.xml"/><Relationship Id="rId14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zzei" userId="b9bd66de-9578-49fd-9d6b-11efa327bf4c" providerId="ADAL" clId="{728BC519-EE77-5EDF-84DE-33BD1FE1AA15}"/>
    <pc:docChg chg="undo redo custSel addSld delSld modSld addMainMaster modMainMaster">
      <pc:chgData name="Marcos Mazzei" userId="b9bd66de-9578-49fd-9d6b-11efa327bf4c" providerId="ADAL" clId="{728BC519-EE77-5EDF-84DE-33BD1FE1AA15}" dt="2025-12-01T13:31:32.118" v="161" actId="478"/>
      <pc:docMkLst>
        <pc:docMk/>
      </pc:docMkLst>
      <pc:sldChg chg="addSp delSp modSp new mod">
        <pc:chgData name="Marcos Mazzei" userId="b9bd66de-9578-49fd-9d6b-11efa327bf4c" providerId="ADAL" clId="{728BC519-EE77-5EDF-84DE-33BD1FE1AA15}" dt="2025-12-01T13:31:27.486" v="159" actId="478"/>
        <pc:sldMkLst>
          <pc:docMk/>
          <pc:sldMk cId="828119174" sldId="259"/>
        </pc:sldMkLst>
        <pc:spChg chg="add del mod">
          <ac:chgData name="Marcos Mazzei" userId="b9bd66de-9578-49fd-9d6b-11efa327bf4c" providerId="ADAL" clId="{728BC519-EE77-5EDF-84DE-33BD1FE1AA15}" dt="2025-12-01T13:31:27.486" v="159" actId="478"/>
          <ac:spMkLst>
            <pc:docMk/>
            <pc:sldMk cId="828119174" sldId="259"/>
            <ac:spMk id="3" creationId="{727B74C8-1047-944F-A005-CECADD4D45C7}"/>
          </ac:spMkLst>
        </pc:spChg>
      </pc:sldChg>
      <pc:sldChg chg="addSp delSp modSp new mod modClrScheme chgLayout">
        <pc:chgData name="Marcos Mazzei" userId="b9bd66de-9578-49fd-9d6b-11efa327bf4c" providerId="ADAL" clId="{728BC519-EE77-5EDF-84DE-33BD1FE1AA15}" dt="2025-12-01T13:31:32.118" v="161" actId="478"/>
        <pc:sldMkLst>
          <pc:docMk/>
          <pc:sldMk cId="556054015" sldId="264"/>
        </pc:sldMkLst>
        <pc:spChg chg="add mod ord">
          <ac:chgData name="Marcos Mazzei" userId="b9bd66de-9578-49fd-9d6b-11efa327bf4c" providerId="ADAL" clId="{728BC519-EE77-5EDF-84DE-33BD1FE1AA15}" dt="2025-11-27T18:54:26.720" v="91" actId="700"/>
          <ac:spMkLst>
            <pc:docMk/>
            <pc:sldMk cId="556054015" sldId="264"/>
            <ac:spMk id="3" creationId="{4D6317E1-1403-F47E-181E-904F832CDC88}"/>
          </ac:spMkLst>
        </pc:spChg>
        <pc:spChg chg="add del mod">
          <ac:chgData name="Marcos Mazzei" userId="b9bd66de-9578-49fd-9d6b-11efa327bf4c" providerId="ADAL" clId="{728BC519-EE77-5EDF-84DE-33BD1FE1AA15}" dt="2025-12-01T13:31:32.118" v="161" actId="478"/>
          <ac:spMkLst>
            <pc:docMk/>
            <pc:sldMk cId="556054015" sldId="264"/>
            <ac:spMk id="5" creationId="{5298F9FC-7FFB-8F51-E8BE-AF8AC147B28C}"/>
          </ac:spMkLst>
        </pc:spChg>
      </pc:sldChg>
      <pc:sldChg chg="addSp delSp modSp new mod">
        <pc:chgData name="Marcos Mazzei" userId="b9bd66de-9578-49fd-9d6b-11efa327bf4c" providerId="ADAL" clId="{728BC519-EE77-5EDF-84DE-33BD1FE1AA15}" dt="2025-12-01T13:31:29.812" v="160" actId="478"/>
        <pc:sldMkLst>
          <pc:docMk/>
          <pc:sldMk cId="4068882142" sldId="265"/>
        </pc:sldMkLst>
        <pc:spChg chg="add del mod">
          <ac:chgData name="Marcos Mazzei" userId="b9bd66de-9578-49fd-9d6b-11efa327bf4c" providerId="ADAL" clId="{728BC519-EE77-5EDF-84DE-33BD1FE1AA15}" dt="2025-12-01T13:31:29.812" v="160" actId="478"/>
          <ac:spMkLst>
            <pc:docMk/>
            <pc:sldMk cId="4068882142" sldId="265"/>
            <ac:spMk id="3" creationId="{92CD613D-FDD4-F223-EBE5-205AAD1B52FE}"/>
          </ac:spMkLst>
        </pc:spChg>
      </pc:sldChg>
      <pc:sldMasterChg chg="delSp modSp mod modSldLayout">
        <pc:chgData name="Marcos Mazzei" userId="b9bd66de-9578-49fd-9d6b-11efa327bf4c" providerId="ADAL" clId="{728BC519-EE77-5EDF-84DE-33BD1FE1AA15}" dt="2025-12-01T13:31:03.636" v="156" actId="14826"/>
        <pc:sldMasterMkLst>
          <pc:docMk/>
          <pc:sldMasterMk cId="2929477079" sldId="2147483675"/>
        </pc:sldMasterMkLst>
        <pc:picChg chg="mod">
          <ac:chgData name="Marcos Mazzei" userId="b9bd66de-9578-49fd-9d6b-11efa327bf4c" providerId="ADAL" clId="{728BC519-EE77-5EDF-84DE-33BD1FE1AA15}" dt="2025-12-01T13:31:03.636" v="156" actId="14826"/>
          <ac:picMkLst>
            <pc:docMk/>
            <pc:sldMasterMk cId="2929477079" sldId="2147483675"/>
            <ac:picMk id="8" creationId="{4AA38FA7-056A-430E-9B5A-1FE97B4CE3C2}"/>
          </ac:picMkLst>
        </pc:picChg>
        <pc:sldLayoutChg chg="delSp modSp mod">
          <pc:chgData name="Marcos Mazzei" userId="b9bd66de-9578-49fd-9d6b-11efa327bf4c" providerId="ADAL" clId="{728BC519-EE77-5EDF-84DE-33BD1FE1AA15}" dt="2025-11-27T18:51:46.859" v="63" actId="1038"/>
          <pc:sldLayoutMkLst>
            <pc:docMk/>
            <pc:sldMasterMk cId="2929477079" sldId="2147483675"/>
            <pc:sldLayoutMk cId="2698237750" sldId="2147483687"/>
          </pc:sldLayoutMkLst>
          <pc:spChg chg="mod">
            <ac:chgData name="Marcos Mazzei" userId="b9bd66de-9578-49fd-9d6b-11efa327bf4c" providerId="ADAL" clId="{728BC519-EE77-5EDF-84DE-33BD1FE1AA15}" dt="2025-11-27T18:51:46.859" v="63" actId="1038"/>
            <ac:spMkLst>
              <pc:docMk/>
              <pc:sldMasterMk cId="2929477079" sldId="2147483675"/>
              <pc:sldLayoutMk cId="2698237750" sldId="2147483687"/>
              <ac:spMk id="18" creationId="{3A79953B-7AF2-490F-A9AF-9D41761584ED}"/>
            </ac:spMkLst>
          </pc:spChg>
        </pc:sldLayoutChg>
      </pc:sldMasterChg>
      <pc:sldMasterChg chg="modSp add mod addSldLayout modSldLayout">
        <pc:chgData name="Marcos Mazzei" userId="b9bd66de-9578-49fd-9d6b-11efa327bf4c" providerId="ADAL" clId="{728BC519-EE77-5EDF-84DE-33BD1FE1AA15}" dt="2025-12-01T13:31:10.620" v="157" actId="14826"/>
        <pc:sldMasterMkLst>
          <pc:docMk/>
          <pc:sldMasterMk cId="2517914176" sldId="2147483688"/>
        </pc:sldMasterMkLst>
        <pc:picChg chg="mod">
          <ac:chgData name="Marcos Mazzei" userId="b9bd66de-9578-49fd-9d6b-11efa327bf4c" providerId="ADAL" clId="{728BC519-EE77-5EDF-84DE-33BD1FE1AA15}" dt="2025-12-01T13:31:10.620" v="157" actId="14826"/>
          <ac:picMkLst>
            <pc:docMk/>
            <pc:sldMasterMk cId="2517914176" sldId="2147483688"/>
            <ac:picMk id="8" creationId="{4AA38FA7-056A-430E-9B5A-1FE97B4CE3C2}"/>
          </ac:picMkLst>
        </pc:picChg>
        <pc:sldLayoutChg chg="add mod replId">
          <pc:chgData name="Marcos Mazzei" userId="b9bd66de-9578-49fd-9d6b-11efa327bf4c" providerId="ADAL" clId="{728BC519-EE77-5EDF-84DE-33BD1FE1AA15}" dt="2025-11-27T18:51:57.256" v="64" actId="2890"/>
          <pc:sldLayoutMkLst>
            <pc:docMk/>
            <pc:sldMasterMk cId="2517914176" sldId="2147483688"/>
            <pc:sldLayoutMk cId="2190420625" sldId="2147483689"/>
          </pc:sldLayoutMkLst>
        </pc:sldLayoutChg>
      </pc:sldMasterChg>
      <pc:sldMasterChg chg="modSp add mod addSldLayout modSldLayout">
        <pc:chgData name="Marcos Mazzei" userId="b9bd66de-9578-49fd-9d6b-11efa327bf4c" providerId="ADAL" clId="{728BC519-EE77-5EDF-84DE-33BD1FE1AA15}" dt="2025-12-01T13:31:18.048" v="158" actId="14826"/>
        <pc:sldMasterMkLst>
          <pc:docMk/>
          <pc:sldMasterMk cId="42917103" sldId="2147483690"/>
        </pc:sldMasterMkLst>
        <pc:picChg chg="mod">
          <ac:chgData name="Marcos Mazzei" userId="b9bd66de-9578-49fd-9d6b-11efa327bf4c" providerId="ADAL" clId="{728BC519-EE77-5EDF-84DE-33BD1FE1AA15}" dt="2025-12-01T13:31:18.048" v="158" actId="14826"/>
          <ac:picMkLst>
            <pc:docMk/>
            <pc:sldMasterMk cId="42917103" sldId="2147483690"/>
            <ac:picMk id="8" creationId="{4AA38FA7-056A-430E-9B5A-1FE97B4CE3C2}"/>
          </ac:picMkLst>
        </pc:picChg>
        <pc:sldLayoutChg chg="add mod replId">
          <pc:chgData name="Marcos Mazzei" userId="b9bd66de-9578-49fd-9d6b-11efa327bf4c" providerId="ADAL" clId="{728BC519-EE77-5EDF-84DE-33BD1FE1AA15}" dt="2025-11-27T18:52:00.268" v="65" actId="2890"/>
          <pc:sldLayoutMkLst>
            <pc:docMk/>
            <pc:sldMasterMk cId="42917103" sldId="2147483690"/>
            <pc:sldLayoutMk cId="2917509056" sldId="214748369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">
            <a:extLst>
              <a:ext uri="{FF2B5EF4-FFF2-40B4-BE49-F238E27FC236}">
                <a16:creationId xmlns:a16="http://schemas.microsoft.com/office/drawing/2014/main" id="{3A79953B-7AF2-490F-A9AF-9D41761584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11024" y="3056604"/>
            <a:ext cx="2960684" cy="2960684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9823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">
            <a:extLst>
              <a:ext uri="{FF2B5EF4-FFF2-40B4-BE49-F238E27FC236}">
                <a16:creationId xmlns:a16="http://schemas.microsoft.com/office/drawing/2014/main" id="{3A79953B-7AF2-490F-A9AF-9D41761584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11024" y="3056604"/>
            <a:ext cx="2960684" cy="2960684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9042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">
            <a:extLst>
              <a:ext uri="{FF2B5EF4-FFF2-40B4-BE49-F238E27FC236}">
                <a16:creationId xmlns:a16="http://schemas.microsoft.com/office/drawing/2014/main" id="{3A79953B-7AF2-490F-A9AF-9D41761584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11024" y="3056604"/>
            <a:ext cx="2960684" cy="2960684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1750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A38FA7-056A-430E-9B5A-1FE97B4CE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7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A38FA7-056A-430E-9B5A-1FE97B4CE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1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A38FA7-056A-430E-9B5A-1FE97B4CE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018E5F9-6893-DCE0-5939-A236AF8BE6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2811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C367A15-89A3-3674-7C88-8DFC126542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6888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6317E1-1403-F47E-181E-904F832CDC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56054015"/>
      </p:ext>
    </p:extLst>
  </p:cSld>
  <p:clrMapOvr>
    <a:masterClrMapping/>
  </p:clrMapOvr>
</p:sld>
</file>

<file path=ppt/theme/theme1.xml><?xml version="1.0" encoding="utf-8"?>
<a:theme xmlns:a="http://schemas.openxmlformats.org/drawingml/2006/main" name="1_1200x627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1200x627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1200x627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B8CFF1F968464CBF8321C5737DB781" ma:contentTypeVersion="11" ma:contentTypeDescription="Crie um novo documento." ma:contentTypeScope="" ma:versionID="86003b139f02ca6d7039957b1d7147f3">
  <xsd:schema xmlns:xsd="http://www.w3.org/2001/XMLSchema" xmlns:xs="http://www.w3.org/2001/XMLSchema" xmlns:p="http://schemas.microsoft.com/office/2006/metadata/properties" xmlns:ns2="5d958229-1a55-4e93-85b5-b8a5a775498a" xmlns:ns3="03ccc18f-a423-443c-b70f-e0437ba3d5c5" targetNamespace="http://schemas.microsoft.com/office/2006/metadata/properties" ma:root="true" ma:fieldsID="6f43ee45cb2b8ff36a4b34c23ad19a0c" ns2:_="" ns3:_="">
    <xsd:import namespace="5d958229-1a55-4e93-85b5-b8a5a775498a"/>
    <xsd:import namespace="03ccc18f-a423-443c-b70f-e0437ba3d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58229-1a55-4e93-85b5-b8a5a77549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cc18f-a423-443c-b70f-e0437ba3d5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d8c491d-9f1a-4b25-917b-378c6b39bf2f}" ma:internalName="TaxCatchAll" ma:showField="CatchAllData" ma:web="03ccc18f-a423-443c-b70f-e0437ba3d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958229-1a55-4e93-85b5-b8a5a775498a">
      <Terms xmlns="http://schemas.microsoft.com/office/infopath/2007/PartnerControls"/>
    </lcf76f155ced4ddcb4097134ff3c332f>
    <TaxCatchAll xmlns="03ccc18f-a423-443c-b70f-e0437ba3d5c5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C229A31033FB4696AA3785DB4E2717" ma:contentTypeVersion="17" ma:contentTypeDescription="Create a new document." ma:contentTypeScope="" ma:versionID="a583bfdaef0b577cb75c998c8e6db5b2">
  <xsd:schema xmlns:xsd="http://www.w3.org/2001/XMLSchema" xmlns:xs="http://www.w3.org/2001/XMLSchema" xmlns:p="http://schemas.microsoft.com/office/2006/metadata/properties" xmlns:ns2="f085ca05-1a56-417b-bcef-25b3bd9988f8" xmlns:ns3="dd20f20e-91c4-43a4-86b7-0b85521a6cdf" xmlns:ns4="02cc232e-a671-47a9-8bd2-c05c577fe54a" targetNamespace="http://schemas.microsoft.com/office/2006/metadata/properties" ma:root="true" ma:fieldsID="2bb73a662408bd5cc59a631777654c75" ns2:_="" ns3:_="" ns4:_="">
    <xsd:import namespace="f085ca05-1a56-417b-bcef-25b3bd9988f8"/>
    <xsd:import namespace="dd20f20e-91c4-43a4-86b7-0b85521a6cdf"/>
    <xsd:import namespace="02cc232e-a671-47a9-8bd2-c05c577fe54a"/>
    <xsd:element name="properties">
      <xsd:complexType>
        <xsd:sequence>
          <xsd:element name="documentManagement">
            <xsd:complexType>
              <xsd:all>
                <xsd:element ref="ns2:IncludeInSearc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MediaServiceLocation" minOccurs="0"/>
                <xsd:element ref="ns3:Fluxodeapro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5ca05-1a56-417b-bcef-25b3bd9988f8" elementFormDefault="qualified">
    <xsd:import namespace="http://schemas.microsoft.com/office/2006/documentManagement/types"/>
    <xsd:import namespace="http://schemas.microsoft.com/office/infopath/2007/PartnerControls"/>
    <xsd:element name="IncludeInSearch" ma:index="8" nillable="true" ma:displayName="IncludeInMyOracleSearch" ma:default="1" ma:internalName="IncludeInSearch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20f20e-91c4-43a4-86b7-0b85521a6c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b6b08d2-6182-4197-8221-8710a9404c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Fluxodeaprova_x00e7__x00e3_o" ma:index="22" nillable="true" ma:displayName="Fluxo de aprovação" ma:default="To-do" ma:format="Dropdown" ma:internalName="Fluxodeaprova_x00e7__x00e3_o">
      <xsd:simpleType>
        <xsd:union memberTypes="dms:Text">
          <xsd:simpleType>
            <xsd:restriction base="dms:Choice">
              <xsd:enumeration value="To-do"/>
              <xsd:enumeration value="Doing"/>
              <xsd:enumeration value="In review"/>
              <xsd:enumeration value="Don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cc232e-a671-47a9-8bd2-c05c577fe54a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79fcc43-f228-4830-a2b0-8573f62d37c5}" ma:internalName="TaxCatchAll" ma:showField="CatchAllData" ma:web="02cc232e-a671-47a9-8bd2-c05c577fe5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F136DC-7DF0-4C3D-B349-8771F1170CD3}"/>
</file>

<file path=customXml/itemProps2.xml><?xml version="1.0" encoding="utf-8"?>
<ds:datastoreItem xmlns:ds="http://schemas.openxmlformats.org/officeDocument/2006/customXml" ds:itemID="{07126174-A96B-4F67-BBBD-32B3507F73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DF23C0-8403-460A-849C-43627BF2FF77}">
  <ds:schemaRefs>
    <ds:schemaRef ds:uri="http://schemas.microsoft.com/office/2006/documentManagement/types"/>
    <ds:schemaRef ds:uri="http://schemas.microsoft.com/office/2006/metadata/properties"/>
    <ds:schemaRef ds:uri="f085ca05-1a56-417b-bcef-25b3bd9988f8"/>
    <ds:schemaRef ds:uri="dd20f20e-91c4-43a4-86b7-0b85521a6cdf"/>
    <ds:schemaRef ds:uri="http://www.w3.org/XML/1998/namespace"/>
    <ds:schemaRef ds:uri="http://purl.org/dc/elements/1.1/"/>
    <ds:schemaRef ds:uri="http://schemas.microsoft.com/office/infopath/2007/PartnerControls"/>
    <ds:schemaRef ds:uri="02cc232e-a671-47a9-8bd2-c05c577fe54a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0566C908-42F9-4B6B-9A8A-2E439600FE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85ca05-1a56-417b-bcef-25b3bd9988f8"/>
    <ds:schemaRef ds:uri="dd20f20e-91c4-43a4-86b7-0b85521a6cdf"/>
    <ds:schemaRef ds:uri="02cc232e-a671-47a9-8bd2-c05c577fe5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3e58186-1c1b-4537-900b-8707ad116850}" enabled="1" method="Standard" siteId="{4e2c6054-71cb-48f1-bd6c-3a9705aca7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7448</TotalTime>
  <Words>0</Words>
  <Application>Microsoft Macintosh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1_1200x627</vt:lpstr>
      <vt:lpstr>2_1200x627</vt:lpstr>
      <vt:lpstr>3_1200x627</vt:lpstr>
      <vt:lpstr>PowerPoint Presentation</vt:lpstr>
      <vt:lpstr>PowerPoint Presentation</vt:lpstr>
      <vt:lpstr>PowerPoint Presentation</vt:lpstr>
    </vt:vector>
  </TitlesOfParts>
  <Company>Oracle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Carolina Pinto</dc:creator>
  <cp:lastModifiedBy>Marcos Mazzei</cp:lastModifiedBy>
  <cp:revision>43</cp:revision>
  <dcterms:created xsi:type="dcterms:W3CDTF">2022-10-27T14:38:29Z</dcterms:created>
  <dcterms:modified xsi:type="dcterms:W3CDTF">2025-12-01T13:31:37Z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1_1200x627:6</vt:lpwstr>
  </property>
  <property fmtid="{D5CDD505-2E9C-101B-9397-08002B2CF9AE}" pid="3" name="ClassificationContentMarkingFooterText">
    <vt:lpwstr>Confidential- Oracle Internal</vt:lpwstr>
  </property>
  <property fmtid="{D5CDD505-2E9C-101B-9397-08002B2CF9AE}" pid="4" name="Order">
    <vt:r8>2943500</vt:r8>
  </property>
  <property fmtid="{D5CDD505-2E9C-101B-9397-08002B2CF9AE}" pid="5" name="ContentTypeId">
    <vt:lpwstr>0x010100ECB8CFF1F968464CBF8321C5737DB781</vt:lpwstr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</Properties>
</file>